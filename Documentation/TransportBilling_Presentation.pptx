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>
                <a:solidFill>
                  <a:schemeClr val="lt1"/>
                </a:solidFill>
              </a:rPr>
              <a:t>Transport Billing &amp; Invoice Management System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 sz="832">
                <a:solidFill>
                  <a:schemeClr val="lt1"/>
                </a:solidFill>
              </a:rPr>
              <a:t>By- Ayush Kumar Singh</a:t>
            </a:r>
            <a:endParaRPr b="1" sz="832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solidFill>
                  <a:srgbClr val="A81B50"/>
                </a:solidFill>
              </a:rPr>
              <a:t>Index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Problem Statement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Your solution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Working (Method/Mind map)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Conclusion.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GB" sz="1000"/>
              <a:t>Note: Slides (excluding Thank-you and Introduction slide) should not be more than 4.</a:t>
            </a:r>
            <a:endParaRPr sz="1000"/>
          </a:p>
        </p:txBody>
      </p:sp>
      <p:pic>
        <p:nvPicPr>
          <p:cNvPr id="62" name="Google Shape;62;p14" title="images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solidFill>
                  <a:srgbClr val="A81B50"/>
                </a:solidFill>
              </a:rPr>
              <a:t>Problem Statement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/>
              <a:t>Transport businesses lack an efficient system to manage clients, trips, and billing in one place.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/>
              <a:t>Manual invoicing leads to errors in fare calculation, GST computation, and payment tracking.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/>
              <a:t>No persistent data storage results in loss of client, trip, and invoice records between sessions.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/>
              <a:t>There is no streamlined way to generate, view, or mark invoices as paid with proper audit trails.</a:t>
            </a:r>
            <a:endParaRPr/>
          </a:p>
        </p:txBody>
      </p:sp>
      <p:pic>
        <p:nvPicPr>
          <p:cNvPr id="69" name="Google Shape;69;p15" title="images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solidFill>
                  <a:srgbClr val="A81B50"/>
                </a:solidFill>
              </a:rPr>
              <a:t>Your Solution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/>
              <a:t>A C++ console-based Transport Billing &amp; Invoice Management System using OOP principles.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/>
              <a:t>Four key classes: Client, Trip, Invoice, and Payment — each handling its own logic cleanly.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/>
              <a:t>Automatic GST (18%) calculation and total fare = Base Fare + Distance x Rate + Extra Charges.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/>
              <a:t>CSV-based file persistence saves and loads all clients, trips, and invoices automatically.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/>
              <a:t>Interactive menu-driven interface for adding, viewing, generating invoices, and recording payments.</a:t>
            </a:r>
            <a:endParaRPr/>
          </a:p>
        </p:txBody>
      </p:sp>
      <p:pic>
        <p:nvPicPr>
          <p:cNvPr id="76" name="Google Shape;76;p16" title="images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solidFill>
                  <a:srgbClr val="A81B50"/>
                </a:solidFill>
              </a:rPr>
              <a:t>Working (Method / Mind Map)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GB"/>
              <a:t>Step 1 - Data Input: </a:t>
            </a:r>
            <a:r>
              <a:rPr lang="en-GB"/>
              <a:t>User adds Clients (ID, name, contact) and Trips (distance, rate, base fare, extras).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GB"/>
              <a:t>Step 2 - Invoice Generation: </a:t>
            </a:r>
            <a:r>
              <a:rPr lang="en-GB"/>
              <a:t>System links a client and trip, computes GST @18%, and generates a formatted invoice.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GB"/>
              <a:t>Step 3 - Payment Processing: </a:t>
            </a:r>
            <a:r>
              <a:rPr lang="en-GB"/>
              <a:t>User selects an invoice, makes payment, and it is marked as paid with confirmation.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GB"/>
              <a:t>Step 4 - Persistence: </a:t>
            </a:r>
            <a:r>
              <a:rPr lang="en-GB"/>
              <a:t>All records are saved to CSV files (clients.csv, trips.csv, invoices.csv) and reloaded on startup.</a:t>
            </a:r>
            <a:endParaRPr/>
          </a:p>
        </p:txBody>
      </p:sp>
      <p:pic>
        <p:nvPicPr>
          <p:cNvPr id="83" name="Google Shape;83;p17" title="images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solidFill>
                  <a:srgbClr val="A81B50"/>
                </a:solidFill>
              </a:rPr>
              <a:t>Conclusion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/>
              <a:t>The system successfully automates transport billing with accurate fare and GST computation.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/>
              <a:t>OOP design with smart pointers ensures clean memory management and scalable code structure.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/>
              <a:t>File-based persistence (CSV) enables reliable data storage and retrieval across sessions.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/>
              <a:t>Future scope includes GUI integration, database backend, and real-time reporting dashboards.</a:t>
            </a:r>
            <a:endParaRPr/>
          </a:p>
        </p:txBody>
      </p:sp>
      <p:pic>
        <p:nvPicPr>
          <p:cNvPr id="90" name="Google Shape;90;p18" title="images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96" name="Google Shape;96;p19" title="downloa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